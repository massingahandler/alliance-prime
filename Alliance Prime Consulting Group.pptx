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480" r:id="rId2"/>
    <p:sldId id="491" r:id="rId3"/>
    <p:sldId id="492" r:id="rId4"/>
    <p:sldId id="489" r:id="rId5"/>
    <p:sldId id="486" r:id="rId6"/>
    <p:sldId id="488" r:id="rId7"/>
    <p:sldId id="479" r:id="rId8"/>
    <p:sldId id="487" r:id="rId9"/>
    <p:sldId id="482" r:id="rId10"/>
    <p:sldId id="493" r:id="rId11"/>
    <p:sldId id="49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8438C-15E5-4FD5-AADF-2AFC4F53361F}" v="84" dt="2026-05-13T14:08:18.7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lcar Momed" userId="fd2046b1-e00b-4ee4-8dfa-f077cd1c0ea0" providerId="ADAL" clId="{60B5DC87-C1D8-48FD-901C-22D307204CD2}"/>
    <pc:docChg chg="undo redo custSel addSld delSld modSld">
      <pc:chgData name="Amilcar Momed" userId="fd2046b1-e00b-4ee4-8dfa-f077cd1c0ea0" providerId="ADAL" clId="{60B5DC87-C1D8-48FD-901C-22D307204CD2}" dt="2026-05-13T14:13:19.084" v="2967" actId="1076"/>
      <pc:docMkLst>
        <pc:docMk/>
      </pc:docMkLst>
      <pc:sldChg chg="addSp delSp modSp add mod">
        <pc:chgData name="Amilcar Momed" userId="fd2046b1-e00b-4ee4-8dfa-f077cd1c0ea0" providerId="ADAL" clId="{60B5DC87-C1D8-48FD-901C-22D307204CD2}" dt="2026-05-13T09:13:01.948" v="2225" actId="20577"/>
        <pc:sldMkLst>
          <pc:docMk/>
          <pc:sldMk cId="3147299696" sldId="472"/>
        </pc:sldMkLst>
        <pc:spChg chg="mod">
          <ac:chgData name="Amilcar Momed" userId="fd2046b1-e00b-4ee4-8dfa-f077cd1c0ea0" providerId="ADAL" clId="{60B5DC87-C1D8-48FD-901C-22D307204CD2}" dt="2026-04-22T13:43:40.129" v="366" actId="20577"/>
          <ac:spMkLst>
            <pc:docMk/>
            <pc:sldMk cId="3147299696" sldId="472"/>
            <ac:spMk id="2" creationId="{00000000-0000-0000-0000-000000000000}"/>
          </ac:spMkLst>
        </pc:spChg>
        <pc:spChg chg="mod">
          <ac:chgData name="Amilcar Momed" userId="fd2046b1-e00b-4ee4-8dfa-f077cd1c0ea0" providerId="ADAL" clId="{60B5DC87-C1D8-48FD-901C-22D307204CD2}" dt="2026-05-13T08:57:39.099" v="2107" actId="20577"/>
          <ac:spMkLst>
            <pc:docMk/>
            <pc:sldMk cId="3147299696" sldId="472"/>
            <ac:spMk id="4" creationId="{C1A0BF18-EFD3-4293-977B-D72F7ABB9AC8}"/>
          </ac:spMkLst>
        </pc:spChg>
        <pc:spChg chg="add mod">
          <ac:chgData name="Amilcar Momed" userId="fd2046b1-e00b-4ee4-8dfa-f077cd1c0ea0" providerId="ADAL" clId="{60B5DC87-C1D8-48FD-901C-22D307204CD2}" dt="2026-05-13T09:13:00.282" v="2223" actId="20577"/>
          <ac:spMkLst>
            <pc:docMk/>
            <pc:sldMk cId="3147299696" sldId="472"/>
            <ac:spMk id="10" creationId="{2A3F427B-F84D-3208-09ED-F2C64B77BA0B}"/>
          </ac:spMkLst>
        </pc:spChg>
        <pc:spChg chg="add mod">
          <ac:chgData name="Amilcar Momed" userId="fd2046b1-e00b-4ee4-8dfa-f077cd1c0ea0" providerId="ADAL" clId="{60B5DC87-C1D8-48FD-901C-22D307204CD2}" dt="2026-05-13T09:13:01.948" v="2225" actId="20577"/>
          <ac:spMkLst>
            <pc:docMk/>
            <pc:sldMk cId="3147299696" sldId="472"/>
            <ac:spMk id="11" creationId="{5EAFEEB3-10D7-2CC9-A2AA-55E4178D64A6}"/>
          </ac:spMkLst>
        </pc:spChg>
        <pc:cxnChg chg="add mod">
          <ac:chgData name="Amilcar Momed" userId="fd2046b1-e00b-4ee4-8dfa-f077cd1c0ea0" providerId="ADAL" clId="{60B5DC87-C1D8-48FD-901C-22D307204CD2}" dt="2026-04-22T13:31:25.331" v="94" actId="1036"/>
          <ac:cxnSpMkLst>
            <pc:docMk/>
            <pc:sldMk cId="3147299696" sldId="472"/>
            <ac:cxnSpMk id="6" creationId="{165E2384-EC52-599F-A61F-15903D4B2605}"/>
          </ac:cxnSpMkLst>
        </pc:cxnChg>
      </pc:sldChg>
      <pc:sldChg chg="addSp delSp modSp add mod">
        <pc:chgData name="Amilcar Momed" userId="fd2046b1-e00b-4ee4-8dfa-f077cd1c0ea0" providerId="ADAL" clId="{60B5DC87-C1D8-48FD-901C-22D307204CD2}" dt="2026-05-13T08:28:53.368" v="1817" actId="20577"/>
        <pc:sldMkLst>
          <pc:docMk/>
          <pc:sldMk cId="4093343920" sldId="473"/>
        </pc:sldMkLst>
        <pc:spChg chg="mod">
          <ac:chgData name="Amilcar Momed" userId="fd2046b1-e00b-4ee4-8dfa-f077cd1c0ea0" providerId="ADAL" clId="{60B5DC87-C1D8-48FD-901C-22D307204CD2}" dt="2026-04-22T13:44:41.816" v="381" actId="5793"/>
          <ac:spMkLst>
            <pc:docMk/>
            <pc:sldMk cId="4093343920" sldId="473"/>
            <ac:spMk id="2" creationId="{5F65ABFC-BC04-CCDD-D2C2-C4B5E5CC22EE}"/>
          </ac:spMkLst>
        </pc:spChg>
        <pc:spChg chg="mod">
          <ac:chgData name="Amilcar Momed" userId="fd2046b1-e00b-4ee4-8dfa-f077cd1c0ea0" providerId="ADAL" clId="{60B5DC87-C1D8-48FD-901C-22D307204CD2}" dt="2026-05-13T08:28:53.368" v="1817" actId="20577"/>
          <ac:spMkLst>
            <pc:docMk/>
            <pc:sldMk cId="4093343920" sldId="473"/>
            <ac:spMk id="4" creationId="{6E75757D-992B-AB13-A449-CB8A0A9E023B}"/>
          </ac:spMkLst>
        </pc:spChg>
        <pc:spChg chg="mod">
          <ac:chgData name="Amilcar Momed" userId="fd2046b1-e00b-4ee4-8dfa-f077cd1c0ea0" providerId="ADAL" clId="{60B5DC87-C1D8-48FD-901C-22D307204CD2}" dt="2026-04-22T13:57:40.379" v="745" actId="1076"/>
          <ac:spMkLst>
            <pc:docMk/>
            <pc:sldMk cId="4093343920" sldId="473"/>
            <ac:spMk id="10" creationId="{DBF61428-1DFB-B1BE-7459-1AC2B29D5842}"/>
          </ac:spMkLst>
        </pc:spChg>
        <pc:spChg chg="mod">
          <ac:chgData name="Amilcar Momed" userId="fd2046b1-e00b-4ee4-8dfa-f077cd1c0ea0" providerId="ADAL" clId="{60B5DC87-C1D8-48FD-901C-22D307204CD2}" dt="2026-04-22T13:57:46.066" v="746" actId="1076"/>
          <ac:spMkLst>
            <pc:docMk/>
            <pc:sldMk cId="4093343920" sldId="473"/>
            <ac:spMk id="11" creationId="{D1F746A7-892E-A82F-969B-6D67E573961E}"/>
          </ac:spMkLst>
        </pc:spChg>
      </pc:sldChg>
      <pc:sldChg chg="addSp delSp modSp add mod">
        <pc:chgData name="Amilcar Momed" userId="fd2046b1-e00b-4ee4-8dfa-f077cd1c0ea0" providerId="ADAL" clId="{60B5DC87-C1D8-48FD-901C-22D307204CD2}" dt="2026-04-26T14:11:10.736" v="1553" actId="113"/>
        <pc:sldMkLst>
          <pc:docMk/>
          <pc:sldMk cId="1326595779" sldId="474"/>
        </pc:sldMkLst>
        <pc:spChg chg="mod">
          <ac:chgData name="Amilcar Momed" userId="fd2046b1-e00b-4ee4-8dfa-f077cd1c0ea0" providerId="ADAL" clId="{60B5DC87-C1D8-48FD-901C-22D307204CD2}" dt="2026-04-22T13:59:22.555" v="755"/>
          <ac:spMkLst>
            <pc:docMk/>
            <pc:sldMk cId="1326595779" sldId="474"/>
            <ac:spMk id="2" creationId="{94601EDE-9343-64A3-0B87-2AA00C61E773}"/>
          </ac:spMkLst>
        </pc:spChg>
        <pc:spChg chg="mod">
          <ac:chgData name="Amilcar Momed" userId="fd2046b1-e00b-4ee4-8dfa-f077cd1c0ea0" providerId="ADAL" clId="{60B5DC87-C1D8-48FD-901C-22D307204CD2}" dt="2026-04-26T14:11:10.736" v="1553" actId="113"/>
          <ac:spMkLst>
            <pc:docMk/>
            <pc:sldMk cId="1326595779" sldId="474"/>
            <ac:spMk id="4" creationId="{20B08E39-FC8D-BE38-164D-E694EF673C7E}"/>
          </ac:spMkLst>
        </pc:spChg>
      </pc:sldChg>
      <pc:sldChg chg="modSp add mod">
        <pc:chgData name="Amilcar Momed" userId="fd2046b1-e00b-4ee4-8dfa-f077cd1c0ea0" providerId="ADAL" clId="{60B5DC87-C1D8-48FD-901C-22D307204CD2}" dt="2026-04-22T14:08:27.991" v="992" actId="20577"/>
        <pc:sldMkLst>
          <pc:docMk/>
          <pc:sldMk cId="1193716206" sldId="475"/>
        </pc:sldMkLst>
        <pc:spChg chg="mod">
          <ac:chgData name="Amilcar Momed" userId="fd2046b1-e00b-4ee4-8dfa-f077cd1c0ea0" providerId="ADAL" clId="{60B5DC87-C1D8-48FD-901C-22D307204CD2}" dt="2026-04-22T14:03:07.829" v="811"/>
          <ac:spMkLst>
            <pc:docMk/>
            <pc:sldMk cId="1193716206" sldId="475"/>
            <ac:spMk id="2" creationId="{5B6099FC-B74C-D823-3892-CE2519EFC4E5}"/>
          </ac:spMkLst>
        </pc:spChg>
        <pc:spChg chg="mod">
          <ac:chgData name="Amilcar Momed" userId="fd2046b1-e00b-4ee4-8dfa-f077cd1c0ea0" providerId="ADAL" clId="{60B5DC87-C1D8-48FD-901C-22D307204CD2}" dt="2026-04-22T14:08:27.991" v="992" actId="20577"/>
          <ac:spMkLst>
            <pc:docMk/>
            <pc:sldMk cId="1193716206" sldId="475"/>
            <ac:spMk id="4" creationId="{5438DAFE-7EBB-8DA9-0413-59AB7C62A3EB}"/>
          </ac:spMkLst>
        </pc:spChg>
      </pc:sldChg>
      <pc:sldChg chg="addSp delSp modSp add mod">
        <pc:chgData name="Amilcar Momed" userId="fd2046b1-e00b-4ee4-8dfa-f077cd1c0ea0" providerId="ADAL" clId="{60B5DC87-C1D8-48FD-901C-22D307204CD2}" dt="2026-04-22T14:18:30.184" v="1164" actId="20577"/>
        <pc:sldMkLst>
          <pc:docMk/>
          <pc:sldMk cId="1208065669" sldId="476"/>
        </pc:sldMkLst>
        <pc:spChg chg="mod">
          <ac:chgData name="Amilcar Momed" userId="fd2046b1-e00b-4ee4-8dfa-f077cd1c0ea0" providerId="ADAL" clId="{60B5DC87-C1D8-48FD-901C-22D307204CD2}" dt="2026-04-22T14:18:30.184" v="1164" actId="20577"/>
          <ac:spMkLst>
            <pc:docMk/>
            <pc:sldMk cId="1208065669" sldId="476"/>
            <ac:spMk id="2" creationId="{E88C4BA0-79CE-3E12-DEB2-F2AFCDC62BCC}"/>
          </ac:spMkLst>
        </pc:spChg>
        <pc:spChg chg="add mod">
          <ac:chgData name="Amilcar Momed" userId="fd2046b1-e00b-4ee4-8dfa-f077cd1c0ea0" providerId="ADAL" clId="{60B5DC87-C1D8-48FD-901C-22D307204CD2}" dt="2026-04-22T14:13:16.671" v="1079" actId="20577"/>
          <ac:spMkLst>
            <pc:docMk/>
            <pc:sldMk cId="1208065669" sldId="476"/>
            <ac:spMk id="3" creationId="{C055C230-7E39-FB79-0106-38742FAF6ECB}"/>
          </ac:spMkLst>
        </pc:spChg>
        <pc:spChg chg="mod">
          <ac:chgData name="Amilcar Momed" userId="fd2046b1-e00b-4ee4-8dfa-f077cd1c0ea0" providerId="ADAL" clId="{60B5DC87-C1D8-48FD-901C-22D307204CD2}" dt="2026-04-22T14:12:25.938" v="1062" actId="14100"/>
          <ac:spMkLst>
            <pc:docMk/>
            <pc:sldMk cId="1208065669" sldId="476"/>
            <ac:spMk id="4" creationId="{1AC87518-A853-4478-3C3F-B4A6FDF926B0}"/>
          </ac:spMkLst>
        </pc:spChg>
        <pc:spChg chg="add mod">
          <ac:chgData name="Amilcar Momed" userId="fd2046b1-e00b-4ee4-8dfa-f077cd1c0ea0" providerId="ADAL" clId="{60B5DC87-C1D8-48FD-901C-22D307204CD2}" dt="2026-04-22T14:14:42.432" v="1114" actId="20577"/>
          <ac:spMkLst>
            <pc:docMk/>
            <pc:sldMk cId="1208065669" sldId="476"/>
            <ac:spMk id="10" creationId="{03A79BCA-889D-2A07-F060-36CC1FF3592F}"/>
          </ac:spMkLst>
        </pc:spChg>
      </pc:sldChg>
      <pc:sldChg chg="addSp delSp modSp add mod">
        <pc:chgData name="Amilcar Momed" userId="fd2046b1-e00b-4ee4-8dfa-f077cd1c0ea0" providerId="ADAL" clId="{60B5DC87-C1D8-48FD-901C-22D307204CD2}" dt="2026-05-13T13:46:41.676" v="2472" actId="20577"/>
        <pc:sldMkLst>
          <pc:docMk/>
          <pc:sldMk cId="2663452150" sldId="477"/>
        </pc:sldMkLst>
        <pc:spChg chg="mod">
          <ac:chgData name="Amilcar Momed" userId="fd2046b1-e00b-4ee4-8dfa-f077cd1c0ea0" providerId="ADAL" clId="{60B5DC87-C1D8-48FD-901C-22D307204CD2}" dt="2026-04-22T14:18:19.766" v="1156" actId="20577"/>
          <ac:spMkLst>
            <pc:docMk/>
            <pc:sldMk cId="2663452150" sldId="477"/>
            <ac:spMk id="2" creationId="{3122D657-54F3-A30D-3BB7-B022A40A04F0}"/>
          </ac:spMkLst>
        </pc:spChg>
        <pc:spChg chg="mod">
          <ac:chgData name="Amilcar Momed" userId="fd2046b1-e00b-4ee4-8dfa-f077cd1c0ea0" providerId="ADAL" clId="{60B5DC87-C1D8-48FD-901C-22D307204CD2}" dt="2026-05-13T13:46:41.676" v="2472" actId="20577"/>
          <ac:spMkLst>
            <pc:docMk/>
            <pc:sldMk cId="2663452150" sldId="477"/>
            <ac:spMk id="4" creationId="{F276B289-A718-0E30-1805-4BD329E7C2D1}"/>
          </ac:spMkLst>
        </pc:spChg>
      </pc:sldChg>
      <pc:sldChg chg="addSp modSp add mod">
        <pc:chgData name="Amilcar Momed" userId="fd2046b1-e00b-4ee4-8dfa-f077cd1c0ea0" providerId="ADAL" clId="{60B5DC87-C1D8-48FD-901C-22D307204CD2}" dt="2026-05-13T08:30:12.687" v="1874" actId="20577"/>
        <pc:sldMkLst>
          <pc:docMk/>
          <pc:sldMk cId="4115183839" sldId="479"/>
        </pc:sldMkLst>
        <pc:spChg chg="mod">
          <ac:chgData name="Amilcar Momed" userId="fd2046b1-e00b-4ee4-8dfa-f077cd1c0ea0" providerId="ADAL" clId="{60B5DC87-C1D8-48FD-901C-22D307204CD2}" dt="2026-04-23T08:37:26.978" v="1404" actId="20577"/>
          <ac:spMkLst>
            <pc:docMk/>
            <pc:sldMk cId="4115183839" sldId="479"/>
            <ac:spMk id="2" creationId="{55C3A586-A45D-6F9B-2055-21268DCA480C}"/>
          </ac:spMkLst>
        </pc:spChg>
        <pc:spChg chg="mod">
          <ac:chgData name="Amilcar Momed" userId="fd2046b1-e00b-4ee4-8dfa-f077cd1c0ea0" providerId="ADAL" clId="{60B5DC87-C1D8-48FD-901C-22D307204CD2}" dt="2026-05-13T08:29:44.994" v="1847" actId="20577"/>
          <ac:spMkLst>
            <pc:docMk/>
            <pc:sldMk cId="4115183839" sldId="479"/>
            <ac:spMk id="4" creationId="{60D9252B-B409-54BD-3D76-097E5943FD43}"/>
          </ac:spMkLst>
        </pc:spChg>
        <pc:spChg chg="mod">
          <ac:chgData name="Amilcar Momed" userId="fd2046b1-e00b-4ee4-8dfa-f077cd1c0ea0" providerId="ADAL" clId="{60B5DC87-C1D8-48FD-901C-22D307204CD2}" dt="2026-05-13T08:30:12.687" v="1874" actId="20577"/>
          <ac:spMkLst>
            <pc:docMk/>
            <pc:sldMk cId="4115183839" sldId="479"/>
            <ac:spMk id="5" creationId="{09A4618A-C874-8D72-0F9D-375986E6D62C}"/>
          </ac:spMkLst>
        </pc:spChg>
        <pc:spChg chg="mod">
          <ac:chgData name="Amilcar Momed" userId="fd2046b1-e00b-4ee4-8dfa-f077cd1c0ea0" providerId="ADAL" clId="{60B5DC87-C1D8-48FD-901C-22D307204CD2}" dt="2026-04-26T14:43:18.352" v="1631" actId="14100"/>
          <ac:spMkLst>
            <pc:docMk/>
            <pc:sldMk cId="4115183839" sldId="479"/>
            <ac:spMk id="8" creationId="{A41A7551-A30D-6130-2157-853DDC4C1F02}"/>
          </ac:spMkLst>
        </pc:spChg>
      </pc:sldChg>
      <pc:sldChg chg="add">
        <pc:chgData name="Amilcar Momed" userId="fd2046b1-e00b-4ee4-8dfa-f077cd1c0ea0" providerId="ADAL" clId="{60B5DC87-C1D8-48FD-901C-22D307204CD2}" dt="2026-04-23T08:46:16.174" v="1462" actId="2890"/>
        <pc:sldMkLst>
          <pc:docMk/>
          <pc:sldMk cId="2038984109" sldId="480"/>
        </pc:sldMkLst>
      </pc:sldChg>
      <pc:sldChg chg="addSp delSp modSp add mod">
        <pc:chgData name="Amilcar Momed" userId="fd2046b1-e00b-4ee4-8dfa-f077cd1c0ea0" providerId="ADAL" clId="{60B5DC87-C1D8-48FD-901C-22D307204CD2}" dt="2026-05-13T08:39:54.173" v="1910" actId="20577"/>
        <pc:sldMkLst>
          <pc:docMk/>
          <pc:sldMk cId="882926050" sldId="481"/>
        </pc:sldMkLst>
        <pc:spChg chg="add mod">
          <ac:chgData name="Amilcar Momed" userId="fd2046b1-e00b-4ee4-8dfa-f077cd1c0ea0" providerId="ADAL" clId="{60B5DC87-C1D8-48FD-901C-22D307204CD2}" dt="2026-05-13T08:39:54.173" v="1910" actId="20577"/>
          <ac:spMkLst>
            <pc:docMk/>
            <pc:sldMk cId="882926050" sldId="481"/>
            <ac:spMk id="3" creationId="{4AC3707B-FE59-F42F-3D22-E08F1BBD37FC}"/>
          </ac:spMkLst>
        </pc:spChg>
        <pc:spChg chg="mod">
          <ac:chgData name="Amilcar Momed" userId="fd2046b1-e00b-4ee4-8dfa-f077cd1c0ea0" providerId="ADAL" clId="{60B5DC87-C1D8-48FD-901C-22D307204CD2}" dt="2026-05-13T08:36:58.822" v="1875"/>
          <ac:spMkLst>
            <pc:docMk/>
            <pc:sldMk cId="882926050" sldId="481"/>
            <ac:spMk id="4" creationId="{87F4514B-82D0-7578-2684-257F8E3404FF}"/>
          </ac:spMkLst>
        </pc:spChg>
      </pc:sldChg>
      <pc:sldChg chg="modSp add mod">
        <pc:chgData name="Amilcar Momed" userId="fd2046b1-e00b-4ee4-8dfa-f077cd1c0ea0" providerId="ADAL" clId="{60B5DC87-C1D8-48FD-901C-22D307204CD2}" dt="2026-05-13T08:45:05.964" v="1954"/>
        <pc:sldMkLst>
          <pc:docMk/>
          <pc:sldMk cId="2816298272" sldId="482"/>
        </pc:sldMkLst>
        <pc:spChg chg="mod">
          <ac:chgData name="Amilcar Momed" userId="fd2046b1-e00b-4ee4-8dfa-f077cd1c0ea0" providerId="ADAL" clId="{60B5DC87-C1D8-48FD-901C-22D307204CD2}" dt="2026-05-13T08:45:05.964" v="1954"/>
          <ac:spMkLst>
            <pc:docMk/>
            <pc:sldMk cId="2816298272" sldId="482"/>
            <ac:spMk id="3" creationId="{8FDFF1FA-CA32-1BC0-BCBE-334FED796ABE}"/>
          </ac:spMkLst>
        </pc:spChg>
        <pc:spChg chg="mod">
          <ac:chgData name="Amilcar Momed" userId="fd2046b1-e00b-4ee4-8dfa-f077cd1c0ea0" providerId="ADAL" clId="{60B5DC87-C1D8-48FD-901C-22D307204CD2}" dt="2026-05-13T08:42:11.051" v="1922" actId="20577"/>
          <ac:spMkLst>
            <pc:docMk/>
            <pc:sldMk cId="2816298272" sldId="482"/>
            <ac:spMk id="4" creationId="{E3D4C92D-9D13-F672-7D19-E3BCAA766877}"/>
          </ac:spMkLst>
        </pc:spChg>
      </pc:sldChg>
      <pc:sldChg chg="modSp add mod">
        <pc:chgData name="Amilcar Momed" userId="fd2046b1-e00b-4ee4-8dfa-f077cd1c0ea0" providerId="ADAL" clId="{60B5DC87-C1D8-48FD-901C-22D307204CD2}" dt="2026-05-13T08:48:45.245" v="1982" actId="20577"/>
        <pc:sldMkLst>
          <pc:docMk/>
          <pc:sldMk cId="1269390092" sldId="483"/>
        </pc:sldMkLst>
        <pc:spChg chg="mod">
          <ac:chgData name="Amilcar Momed" userId="fd2046b1-e00b-4ee4-8dfa-f077cd1c0ea0" providerId="ADAL" clId="{60B5DC87-C1D8-48FD-901C-22D307204CD2}" dt="2026-05-13T08:48:45.245" v="1982" actId="20577"/>
          <ac:spMkLst>
            <pc:docMk/>
            <pc:sldMk cId="1269390092" sldId="483"/>
            <ac:spMk id="3" creationId="{23B35E04-0656-7A5E-BFE2-D1F80444D367}"/>
          </ac:spMkLst>
        </pc:spChg>
        <pc:spChg chg="mod">
          <ac:chgData name="Amilcar Momed" userId="fd2046b1-e00b-4ee4-8dfa-f077cd1c0ea0" providerId="ADAL" clId="{60B5DC87-C1D8-48FD-901C-22D307204CD2}" dt="2026-05-13T08:47:04.655" v="1969" actId="20577"/>
          <ac:spMkLst>
            <pc:docMk/>
            <pc:sldMk cId="1269390092" sldId="483"/>
            <ac:spMk id="4" creationId="{6EE0A771-CFCE-E9C5-BDD9-EFBA56328F30}"/>
          </ac:spMkLst>
        </pc:spChg>
      </pc:sldChg>
      <pc:sldChg chg="modSp add mod">
        <pc:chgData name="Amilcar Momed" userId="fd2046b1-e00b-4ee4-8dfa-f077cd1c0ea0" providerId="ADAL" clId="{60B5DC87-C1D8-48FD-901C-22D307204CD2}" dt="2026-05-13T08:53:03.087" v="2006" actId="20577"/>
        <pc:sldMkLst>
          <pc:docMk/>
          <pc:sldMk cId="2604834427" sldId="484"/>
        </pc:sldMkLst>
        <pc:spChg chg="mod">
          <ac:chgData name="Amilcar Momed" userId="fd2046b1-e00b-4ee4-8dfa-f077cd1c0ea0" providerId="ADAL" clId="{60B5DC87-C1D8-48FD-901C-22D307204CD2}" dt="2026-05-13T08:53:03.087" v="2006" actId="20577"/>
          <ac:spMkLst>
            <pc:docMk/>
            <pc:sldMk cId="2604834427" sldId="484"/>
            <ac:spMk id="3" creationId="{0D542A3A-C302-4C34-D7FC-D1EF9AD654E4}"/>
          </ac:spMkLst>
        </pc:spChg>
        <pc:spChg chg="mod">
          <ac:chgData name="Amilcar Momed" userId="fd2046b1-e00b-4ee4-8dfa-f077cd1c0ea0" providerId="ADAL" clId="{60B5DC87-C1D8-48FD-901C-22D307204CD2}" dt="2026-05-13T08:51:25.466" v="1995" actId="20577"/>
          <ac:spMkLst>
            <pc:docMk/>
            <pc:sldMk cId="2604834427" sldId="484"/>
            <ac:spMk id="4" creationId="{C05F1518-07F7-01F8-BA11-5AD48C18E54F}"/>
          </ac:spMkLst>
        </pc:spChg>
      </pc:sldChg>
      <pc:sldChg chg="addSp delSp modSp add mod">
        <pc:chgData name="Amilcar Momed" userId="fd2046b1-e00b-4ee4-8dfa-f077cd1c0ea0" providerId="ADAL" clId="{60B5DC87-C1D8-48FD-901C-22D307204CD2}" dt="2026-05-13T14:13:19.084" v="2967" actId="1076"/>
        <pc:sldMkLst>
          <pc:docMk/>
          <pc:sldMk cId="1014906384" sldId="485"/>
        </pc:sldMkLst>
        <pc:spChg chg="mod">
          <ac:chgData name="Amilcar Momed" userId="fd2046b1-e00b-4ee4-8dfa-f077cd1c0ea0" providerId="ADAL" clId="{60B5DC87-C1D8-48FD-901C-22D307204CD2}" dt="2026-05-13T14:04:28.701" v="2915" actId="20577"/>
          <ac:spMkLst>
            <pc:docMk/>
            <pc:sldMk cId="1014906384" sldId="485"/>
            <ac:spMk id="2" creationId="{1F872C4E-E319-CAA8-0C36-216E75F2BC44}"/>
          </ac:spMkLst>
        </pc:spChg>
        <pc:spChg chg="del mod">
          <ac:chgData name="Amilcar Momed" userId="fd2046b1-e00b-4ee4-8dfa-f077cd1c0ea0" providerId="ADAL" clId="{60B5DC87-C1D8-48FD-901C-22D307204CD2}" dt="2026-05-13T14:00:07.141" v="2834" actId="478"/>
          <ac:spMkLst>
            <pc:docMk/>
            <pc:sldMk cId="1014906384" sldId="485"/>
            <ac:spMk id="4" creationId="{C63FB53D-14AB-7759-63BC-1FAA34F18BD4}"/>
          </ac:spMkLst>
        </pc:spChg>
        <pc:graphicFrameChg chg="add mod modGraphic">
          <ac:chgData name="Amilcar Momed" userId="fd2046b1-e00b-4ee4-8dfa-f077cd1c0ea0" providerId="ADAL" clId="{60B5DC87-C1D8-48FD-901C-22D307204CD2}" dt="2026-05-13T14:13:19.084" v="2967" actId="1076"/>
          <ac:graphicFrameMkLst>
            <pc:docMk/>
            <pc:sldMk cId="1014906384" sldId="485"/>
            <ac:graphicFrameMk id="3" creationId="{BC2CA27D-223E-0310-D7C5-8E16D1235DC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3A69D4-3609-4FDA-97A9-666133F329B2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F241F-C692-4CE3-89C8-0E6162DAAB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004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6B532-5A63-0F13-B618-B9E8503A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C1AB1-6641-E667-DDD9-557EE6560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233330-DCD0-4D8D-9528-8B487D36BC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77BB8-86A3-5870-C8EC-B99700BD9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12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87DD7-28E4-4D3C-A017-457FC6E55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AD1B4-4F95-F2EB-7EC1-A22C4713E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904C9-F178-3AA0-E968-D7BBFA3A2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908E4-72BF-1C7D-7DD5-65655DE6A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74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2FDC-B503-2754-FDCB-BCE4C672E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E115A-3601-9098-3761-ACD8222BD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F2C0F-F34E-25D3-F38E-84E237579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DE28D7-86DF-F13B-3FBA-B03F8E794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14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F6ED7-52CD-EB15-1367-A079E7642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B2879E-7D26-3911-B0DB-E6E713239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76F18-18FB-3AAD-096F-CCFF86D4F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06441-1707-D4FC-2641-467F6ABF2F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44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04A20-8A26-F1A5-7FB2-F0A9929D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01EFE-821C-F3F3-ECAE-122AB24308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142D6-69C1-5638-C53D-9C11266616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A9356-BBF9-5955-473D-9A376104FE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555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4039B-03B1-28D5-3879-0BF391D49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84149-A849-CD8B-D003-0ABFA22B4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82408-D14C-3A01-6D5B-B505083CB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1E83F-AE4B-2E1C-A6D1-0E054A274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67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46485-28F1-4580-ADC9-7E1D751F1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28CFD-2B99-44C7-8FCE-309FE6D66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04EEA4-6894-4463-40EF-BC722F2A9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10B1B-A03A-812A-E12E-7FD21675F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328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7CA0-5FA5-2853-93FB-7E333CAF9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BDF719-0CFA-EA07-79E5-AB70FB173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D6C308-28CA-013B-4171-08E7F7653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CB7CD-752E-443C-132D-42B4019F2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05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848F6-C469-BA75-67DA-104304F3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D6FAA-A75D-4586-81FC-7E577152B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08A37-C0E6-FC46-BDFB-9C11D5729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866A1-334F-85D8-E4B8-2E42ABC54F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863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9277F-0671-CA79-0C39-3C6DFA8B1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63D76-638B-5E2D-6DD9-3EC09AAF7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F6802-A732-1FB8-2882-468E8EF47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F87B0-822B-334F-B5D5-3016D7F5C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29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CE27-36E0-DF36-400A-F91ABD9F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9C510-E462-083B-CC3D-5510C0455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451E2-1262-C560-4214-78B6361E9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C7F2C-1C7C-D081-9877-3E1E4CB4EB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F241F-C692-4CE3-89C8-0E6162DAAB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32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3C96B-E6BB-9FAC-A30E-95F1CDD47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756C8-8B9A-578E-947D-0BFF3D42F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864EE-F3D7-1C6B-4603-8B685C03C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927C42-50BF-46BC-7CF2-90F657D4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753E1-013A-E483-1CBF-B978BD07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903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39B6-F32A-ADA7-E09B-7BF90C81B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FC186-3337-BF4D-FF80-0E32EF653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BAB3C-0A8D-5D2B-3148-1959883DD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18827-410F-E2D0-E2BE-B833C7999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2770D-B884-C343-54D2-C481876A7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734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2FB18-7390-88C3-B172-029939F11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CCF19-4FD4-31AD-39EC-9C83F01F0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6578D-207D-E8FC-F229-EDBEC181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C6EC7-8D9B-3D55-0125-1A934AC8B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264F7-7815-4299-5098-95EAD4BB9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875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9131-807D-5121-E946-A28854CD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3817D-373E-BAE8-42B8-379EDCC02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311E0A-4637-8F27-5C50-19558B36E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06018-6608-C871-98A2-6A30785CF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04CD7-714D-C698-393C-B2E18B690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61BC6-D08F-FB71-772A-D9CCDFAB8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467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D8D85-0D1F-B439-000E-28F567236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0B836-91FF-DC33-63E4-272C41D3E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4117B-F469-43FA-BD14-274A078F2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D5249-E5C5-9A55-A4F4-069825C4D9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EE860-A3AC-E34A-0DBB-F919777917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0559D9-6F5D-2399-9D0F-2627F32D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3719F7-2467-35CE-1FC5-BED261A7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5E23B-D8DD-D08C-36CA-07C5A9CB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69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1FE5-8CA4-4151-90DB-EBD89EC2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195E2B-5275-858C-1670-FCEC649E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9C9C8D-FC89-B761-6388-EBC8CF9E9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417E6B-3F7E-FB7A-D25C-EB4D78EA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06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261C93-65ED-10CB-45B2-59434430A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AD03D-F99A-F41A-CF4B-CE1DE4B15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FC07F-379B-F223-996C-2A6FAA08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23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B276E-A5C1-2534-C65B-515FEDC8F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046A2-ADD2-9A4E-3768-9DB22D6EA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CF377-4248-5B13-59A8-FE5C2F2C5D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727F6-E3CA-5D93-9099-ED269BF3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1F7AE-EC2C-3651-DF6D-AD6D5D6F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10A4C-7251-AABC-7F83-42C87D30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755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1D856-4AE7-8CFC-5C4E-31D0DB6C3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72EDB9-7A97-714A-3B33-D953784E9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B214A-D187-853F-B3C6-98F9F5ABA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142B08-A646-FF30-BB1F-9BC37D3E5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48DD2-2610-273C-327B-E60490803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DE2CC-EFFA-F4E6-F5F0-7A6189719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864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6EB22-F979-E735-E064-239902010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D5EDED-8BE5-5584-3888-65BC90BE17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3B6AA-9CB6-5973-65C2-96DB00786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8EE1D-0195-CF13-A2F9-59BBE0BE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EB29-465D-5E73-C4B2-D93CD679A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595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6EE5C7-C9E3-5030-087C-1694F8694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1CCD6-29B5-C1F7-511F-BC84D4499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5B432-7D97-67A4-E7EC-83882765A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753A4-111D-DFF9-D6CA-86FB09445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32E3C-9CD3-99B0-0EFC-A34353FEA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52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FA9D94-8E82-9CFC-B36E-EEEDF423C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A1137-E703-BBC5-8B50-B2209097E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3AF8E-67B3-3ADB-77DA-8FD9B777A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059AD-633A-4C8C-A20C-27D2733E5699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C5CAB0-256F-06D2-26AB-CEA537E22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AC14D-4509-8BDC-7BE9-3BEE69354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F0DD3-4456-468F-886E-E1A6EB728F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45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C9A81-A20F-14A7-E0B8-34DDD2DC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75EEAE0-13FA-2741-D932-6A25092F87F4}"/>
              </a:ext>
            </a:extLst>
          </p:cNvPr>
          <p:cNvSpPr txBox="1">
            <a:spLocks/>
          </p:cNvSpPr>
          <p:nvPr/>
        </p:nvSpPr>
        <p:spPr>
          <a:xfrm>
            <a:off x="241913" y="908734"/>
            <a:ext cx="11746046" cy="4272866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>
              <a:tabLst>
                <a:tab pos="182880" algn="l"/>
              </a:tabLst>
            </a:pPr>
            <a:r>
              <a:rPr lang="pt-PT" sz="2000" dirty="0">
                <a:solidFill>
                  <a:srgbClr val="FFC000"/>
                </a:solidFill>
              </a:rPr>
              <a:t> Podes brilhar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620EF8-D889-0F03-824A-17A926D7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76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Capa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405C21-5914-EB9B-2190-1985E2049DC5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984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5A849-799F-D982-F31D-974481F63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74C16D-3495-38AF-CD3A-AFC04697E3D6}"/>
              </a:ext>
            </a:extLst>
          </p:cNvPr>
          <p:cNvSpPr txBox="1">
            <a:spLocks/>
          </p:cNvSpPr>
          <p:nvPr/>
        </p:nvSpPr>
        <p:spPr>
          <a:xfrm>
            <a:off x="241913" y="908734"/>
            <a:ext cx="11746046" cy="4272866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>
              <a:tabLst>
                <a:tab pos="182880" algn="l"/>
              </a:tabLst>
            </a:pPr>
            <a:r>
              <a:rPr lang="pt-PT" sz="2000" dirty="0">
                <a:solidFill>
                  <a:srgbClr val="FFC000"/>
                </a:solidFill>
              </a:rPr>
              <a:t> </a:t>
            </a:r>
            <a:r>
              <a:rPr lang="en-GB" sz="1400" b="0" dirty="0">
                <a:solidFill>
                  <a:schemeClr val="tx1"/>
                </a:solidFill>
              </a:rPr>
              <a:t>A Alliance Prime Consulting Group é </a:t>
            </a:r>
            <a:r>
              <a:rPr lang="en-GB" sz="1400" b="0" dirty="0" err="1">
                <a:solidFill>
                  <a:schemeClr val="tx1"/>
                </a:solidFill>
              </a:rPr>
              <a:t>uma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empresa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especializada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em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soluções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tecnológicas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consultoria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empresarial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criada</a:t>
            </a:r>
            <a:r>
              <a:rPr lang="en-GB" sz="1400" b="0" dirty="0">
                <a:solidFill>
                  <a:schemeClr val="tx1"/>
                </a:solidFill>
              </a:rPr>
              <a:t> para </a:t>
            </a:r>
            <a:r>
              <a:rPr lang="en-GB" sz="1400" b="0" dirty="0" err="1">
                <a:solidFill>
                  <a:schemeClr val="tx1"/>
                </a:solidFill>
              </a:rPr>
              <a:t>apoiar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organizações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na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optimização</a:t>
            </a:r>
            <a:r>
              <a:rPr lang="en-GB" sz="1400" b="0" dirty="0">
                <a:solidFill>
                  <a:schemeClr val="tx1"/>
                </a:solidFill>
              </a:rPr>
              <a:t> dos </a:t>
            </a:r>
            <a:r>
              <a:rPr lang="en-GB" sz="1400" b="0" dirty="0" err="1">
                <a:solidFill>
                  <a:schemeClr val="tx1"/>
                </a:solidFill>
              </a:rPr>
              <a:t>seus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processos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fortalecimento</a:t>
            </a:r>
            <a:r>
              <a:rPr lang="en-GB" sz="1400" b="0" dirty="0">
                <a:solidFill>
                  <a:schemeClr val="tx1"/>
                </a:solidFill>
              </a:rPr>
              <a:t> da </a:t>
            </a:r>
            <a:r>
              <a:rPr lang="en-GB" sz="1400" b="0" dirty="0" err="1">
                <a:solidFill>
                  <a:schemeClr val="tx1"/>
                </a:solidFill>
              </a:rPr>
              <a:t>sua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segurança</a:t>
            </a:r>
            <a:r>
              <a:rPr lang="en-GB" sz="1400" b="0" dirty="0">
                <a:solidFill>
                  <a:schemeClr val="tx1"/>
                </a:solidFill>
              </a:rPr>
              <a:t> digital e </a:t>
            </a:r>
            <a:r>
              <a:rPr lang="en-GB" sz="1400" b="0" dirty="0" err="1">
                <a:solidFill>
                  <a:schemeClr val="tx1"/>
                </a:solidFill>
              </a:rPr>
              <a:t>melhoria</a:t>
            </a:r>
            <a:r>
              <a:rPr lang="en-GB" sz="1400" b="0" dirty="0">
                <a:solidFill>
                  <a:schemeClr val="tx1"/>
                </a:solidFill>
              </a:rPr>
              <a:t> do </a:t>
            </a:r>
            <a:r>
              <a:rPr lang="en-GB" sz="1400" b="0" dirty="0" err="1">
                <a:solidFill>
                  <a:schemeClr val="tx1"/>
                </a:solidFill>
              </a:rPr>
              <a:t>seu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desempenho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financeiro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operacional</a:t>
            </a:r>
            <a:r>
              <a:rPr lang="en-GB" sz="1400" b="0" dirty="0">
                <a:solidFill>
                  <a:schemeClr val="tx1"/>
                </a:solidFill>
              </a:rPr>
              <a:t>.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b="0" dirty="0">
                <a:solidFill>
                  <a:schemeClr val="tx1"/>
                </a:solidFill>
              </a:rPr>
              <a:t>Num </a:t>
            </a:r>
            <a:r>
              <a:rPr lang="en-GB" sz="1400" b="0" dirty="0" err="1">
                <a:solidFill>
                  <a:schemeClr val="tx1"/>
                </a:solidFill>
              </a:rPr>
              <a:t>ambiente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empresarial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cada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vez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mais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exigente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competitivo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combinamos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conhecimento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técnico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visão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estratégica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compromisso</a:t>
            </a:r>
            <a:r>
              <a:rPr lang="en-GB" sz="1400" b="0" dirty="0">
                <a:solidFill>
                  <a:schemeClr val="tx1"/>
                </a:solidFill>
              </a:rPr>
              <a:t> com </a:t>
            </a:r>
            <a:r>
              <a:rPr lang="en-GB" sz="1400" b="0" dirty="0" err="1">
                <a:solidFill>
                  <a:schemeClr val="tx1"/>
                </a:solidFill>
              </a:rPr>
              <a:t>resultados</a:t>
            </a:r>
            <a:r>
              <a:rPr lang="en-GB" sz="1400" b="0" dirty="0">
                <a:solidFill>
                  <a:schemeClr val="tx1"/>
                </a:solidFill>
              </a:rPr>
              <a:t> para </a:t>
            </a:r>
            <a:r>
              <a:rPr lang="en-GB" sz="1400" b="0" dirty="0" err="1">
                <a:solidFill>
                  <a:schemeClr val="tx1"/>
                </a:solidFill>
              </a:rPr>
              <a:t>ajudar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nossos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clientes</a:t>
            </a:r>
            <a:r>
              <a:rPr lang="en-GB" sz="1400" b="0" dirty="0">
                <a:solidFill>
                  <a:schemeClr val="tx1"/>
                </a:solidFill>
              </a:rPr>
              <a:t> a </a:t>
            </a:r>
            <a:r>
              <a:rPr lang="en-GB" sz="1400" b="0" dirty="0" err="1">
                <a:solidFill>
                  <a:schemeClr val="tx1"/>
                </a:solidFill>
              </a:rPr>
              <a:t>transformar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desafios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em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oportunidades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crescimento</a:t>
            </a:r>
            <a:r>
              <a:rPr lang="en-GB" sz="1400" b="0" dirty="0">
                <a:solidFill>
                  <a:schemeClr val="tx1"/>
                </a:solidFill>
              </a:rPr>
              <a:t>.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b="0" dirty="0">
                <a:solidFill>
                  <a:schemeClr val="tx1"/>
                </a:solidFill>
              </a:rPr>
              <a:t>A </a:t>
            </a:r>
            <a:r>
              <a:rPr lang="en-GB" sz="1400" b="0" dirty="0" err="1">
                <a:solidFill>
                  <a:schemeClr val="tx1"/>
                </a:solidFill>
              </a:rPr>
              <a:t>nossa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actuação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abrange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áreas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fundamentais</a:t>
            </a:r>
            <a:r>
              <a:rPr lang="en-GB" sz="1400" b="0" dirty="0">
                <a:solidFill>
                  <a:schemeClr val="tx1"/>
                </a:solidFill>
              </a:rPr>
              <a:t> para o </a:t>
            </a:r>
            <a:r>
              <a:rPr lang="en-GB" sz="1400" b="0" dirty="0" err="1">
                <a:solidFill>
                  <a:schemeClr val="tx1"/>
                </a:solidFill>
              </a:rPr>
              <a:t>sucesso</a:t>
            </a:r>
            <a:r>
              <a:rPr lang="en-GB" sz="1400" b="0" dirty="0">
                <a:solidFill>
                  <a:schemeClr val="tx1"/>
                </a:solidFill>
              </a:rPr>
              <a:t> das </a:t>
            </a:r>
            <a:r>
              <a:rPr lang="en-GB" sz="1400" b="0" dirty="0" err="1">
                <a:solidFill>
                  <a:schemeClr val="tx1"/>
                </a:solidFill>
              </a:rPr>
              <a:t>organizações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modernas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incluindo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Cibersegurança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Gestão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Infraestruturas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Tecnológicas</a:t>
            </a:r>
            <a:r>
              <a:rPr lang="en-GB" sz="1400" b="0" dirty="0">
                <a:solidFill>
                  <a:schemeClr val="tx1"/>
                </a:solidFill>
              </a:rPr>
              <a:t> e Redes, </a:t>
            </a:r>
            <a:r>
              <a:rPr lang="en-GB" sz="1400" b="0" dirty="0" err="1">
                <a:solidFill>
                  <a:schemeClr val="tx1"/>
                </a:solidFill>
              </a:rPr>
              <a:t>Implementação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Suporte</a:t>
            </a:r>
            <a:r>
              <a:rPr lang="en-GB" sz="1400" b="0" dirty="0">
                <a:solidFill>
                  <a:schemeClr val="tx1"/>
                </a:solidFill>
              </a:rPr>
              <a:t> de Sistemas PRIMAVERA, </a:t>
            </a:r>
            <a:r>
              <a:rPr lang="en-GB" sz="1400" b="0" dirty="0" err="1">
                <a:solidFill>
                  <a:schemeClr val="tx1"/>
                </a:solidFill>
              </a:rPr>
              <a:t>Automação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Processos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Negócio</a:t>
            </a:r>
            <a:r>
              <a:rPr lang="en-GB" sz="1400" b="0" dirty="0">
                <a:solidFill>
                  <a:schemeClr val="tx1"/>
                </a:solidFill>
              </a:rPr>
              <a:t>, Consultoria </a:t>
            </a:r>
            <a:r>
              <a:rPr lang="en-GB" sz="1400" b="0" dirty="0" err="1">
                <a:solidFill>
                  <a:schemeClr val="tx1"/>
                </a:solidFill>
              </a:rPr>
              <a:t>Financeira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Desenvolvimento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Soluções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Controlo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Gestão</a:t>
            </a:r>
            <a:r>
              <a:rPr lang="en-GB" sz="1400" b="0" dirty="0">
                <a:solidFill>
                  <a:schemeClr val="tx1"/>
                </a:solidFill>
              </a:rPr>
              <a:t> Empresarial.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b="0" dirty="0" err="1">
                <a:solidFill>
                  <a:schemeClr val="tx1"/>
                </a:solidFill>
              </a:rPr>
              <a:t>Trabalhamos</a:t>
            </a:r>
            <a:r>
              <a:rPr lang="en-GB" sz="1400" b="0" dirty="0">
                <a:solidFill>
                  <a:schemeClr val="tx1"/>
                </a:solidFill>
              </a:rPr>
              <a:t> com </a:t>
            </a:r>
            <a:r>
              <a:rPr lang="en-GB" sz="1400" b="0" dirty="0" err="1">
                <a:solidFill>
                  <a:schemeClr val="tx1"/>
                </a:solidFill>
              </a:rPr>
              <a:t>empresas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diversos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sectores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actividade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oferecendo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soluções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personalizadas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que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promovem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maior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eficiência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operacional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controlo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financeiro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conformidade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segurança</a:t>
            </a:r>
            <a:r>
              <a:rPr lang="en-GB" sz="1400" b="0" dirty="0">
                <a:solidFill>
                  <a:schemeClr val="tx1"/>
                </a:solidFill>
              </a:rPr>
              <a:t> da </a:t>
            </a:r>
            <a:r>
              <a:rPr lang="en-GB" sz="1400" b="0" dirty="0" err="1">
                <a:solidFill>
                  <a:schemeClr val="tx1"/>
                </a:solidFill>
              </a:rPr>
              <a:t>informação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suporte</a:t>
            </a:r>
            <a:r>
              <a:rPr lang="en-GB" sz="1400" b="0" dirty="0">
                <a:solidFill>
                  <a:schemeClr val="tx1"/>
                </a:solidFill>
              </a:rPr>
              <a:t> à </a:t>
            </a:r>
            <a:r>
              <a:rPr lang="en-GB" sz="1400" b="0" dirty="0" err="1">
                <a:solidFill>
                  <a:schemeClr val="tx1"/>
                </a:solidFill>
              </a:rPr>
              <a:t>tomada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decisões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estratégicas</a:t>
            </a:r>
            <a:r>
              <a:rPr lang="en-GB" sz="1400" b="0" dirty="0">
                <a:solidFill>
                  <a:schemeClr val="tx1"/>
                </a:solidFill>
              </a:rPr>
              <a:t>.</a:t>
            </a:r>
            <a:br>
              <a:rPr lang="en-GB" sz="1400" dirty="0">
                <a:solidFill>
                  <a:schemeClr val="tx1"/>
                </a:solidFill>
              </a:rPr>
            </a:br>
            <a:r>
              <a:rPr lang="en-GB" sz="1400" b="0" dirty="0">
                <a:solidFill>
                  <a:schemeClr val="tx1"/>
                </a:solidFill>
              </a:rPr>
              <a:t>Na Alliance Prime Consulting Group, </a:t>
            </a:r>
            <a:r>
              <a:rPr lang="en-GB" sz="1400" b="0" dirty="0" err="1">
                <a:solidFill>
                  <a:schemeClr val="tx1"/>
                </a:solidFill>
              </a:rPr>
              <a:t>acreditamos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que</a:t>
            </a:r>
            <a:r>
              <a:rPr lang="en-GB" sz="1400" b="0" dirty="0">
                <a:solidFill>
                  <a:schemeClr val="tx1"/>
                </a:solidFill>
              </a:rPr>
              <a:t> a </a:t>
            </a:r>
            <a:r>
              <a:rPr lang="en-GB" sz="1400" b="0" dirty="0" err="1">
                <a:solidFill>
                  <a:schemeClr val="tx1"/>
                </a:solidFill>
              </a:rPr>
              <a:t>tecnologia</a:t>
            </a:r>
            <a:r>
              <a:rPr lang="en-GB" sz="1400" b="0" dirty="0">
                <a:solidFill>
                  <a:schemeClr val="tx1"/>
                </a:solidFill>
              </a:rPr>
              <a:t> e a </a:t>
            </a:r>
            <a:r>
              <a:rPr lang="en-GB" sz="1400" b="0" dirty="0" err="1">
                <a:solidFill>
                  <a:schemeClr val="tx1"/>
                </a:solidFill>
              </a:rPr>
              <a:t>gestão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devem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actuar</a:t>
            </a:r>
            <a:r>
              <a:rPr lang="en-GB" sz="1400" b="0" dirty="0">
                <a:solidFill>
                  <a:schemeClr val="tx1"/>
                </a:solidFill>
              </a:rPr>
              <a:t> de forma </a:t>
            </a:r>
            <a:r>
              <a:rPr lang="en-GB" sz="1400" b="0" dirty="0" err="1">
                <a:solidFill>
                  <a:schemeClr val="tx1"/>
                </a:solidFill>
              </a:rPr>
              <a:t>integrada</a:t>
            </a:r>
            <a:r>
              <a:rPr lang="en-GB" sz="1400" b="0" dirty="0">
                <a:solidFill>
                  <a:schemeClr val="tx1"/>
                </a:solidFill>
              </a:rPr>
              <a:t> para </a:t>
            </a:r>
            <a:r>
              <a:rPr lang="en-GB" sz="1400" b="0" dirty="0" err="1">
                <a:solidFill>
                  <a:schemeClr val="tx1"/>
                </a:solidFill>
              </a:rPr>
              <a:t>impulsionar</a:t>
            </a:r>
            <a:r>
              <a:rPr lang="en-GB" sz="1400" b="0" dirty="0">
                <a:solidFill>
                  <a:schemeClr val="tx1"/>
                </a:solidFill>
              </a:rPr>
              <a:t> a </a:t>
            </a:r>
            <a:r>
              <a:rPr lang="en-GB" sz="1400" b="0" dirty="0" err="1">
                <a:solidFill>
                  <a:schemeClr val="tx1"/>
                </a:solidFill>
              </a:rPr>
              <a:t>produtividade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reduzir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riscos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criar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vantagens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competitivas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sustentáveis</a:t>
            </a:r>
            <a:r>
              <a:rPr lang="en-GB" sz="1400" b="0" dirty="0">
                <a:solidFill>
                  <a:schemeClr val="tx1"/>
                </a:solidFill>
              </a:rPr>
              <a:t>. Por </a:t>
            </a:r>
            <a:r>
              <a:rPr lang="en-GB" sz="1400" b="0" dirty="0" err="1">
                <a:solidFill>
                  <a:schemeClr val="tx1"/>
                </a:solidFill>
              </a:rPr>
              <a:t>isso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desenvolvemos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relações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parceria</a:t>
            </a:r>
            <a:r>
              <a:rPr lang="en-GB" sz="1400" b="0" dirty="0">
                <a:solidFill>
                  <a:schemeClr val="tx1"/>
                </a:solidFill>
              </a:rPr>
              <a:t> com </a:t>
            </a:r>
            <a:r>
              <a:rPr lang="en-GB" sz="1400" b="0" dirty="0" err="1">
                <a:solidFill>
                  <a:schemeClr val="tx1"/>
                </a:solidFill>
              </a:rPr>
              <a:t>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nossos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clientes</a:t>
            </a:r>
            <a:r>
              <a:rPr lang="en-GB" sz="1400" b="0" dirty="0">
                <a:solidFill>
                  <a:schemeClr val="tx1"/>
                </a:solidFill>
              </a:rPr>
              <a:t>, </a:t>
            </a:r>
            <a:r>
              <a:rPr lang="en-GB" sz="1400" b="0" dirty="0" err="1">
                <a:solidFill>
                  <a:schemeClr val="tx1"/>
                </a:solidFill>
              </a:rPr>
              <a:t>compreendendo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profundamente</a:t>
            </a:r>
            <a:r>
              <a:rPr lang="en-GB" sz="1400" b="0" dirty="0">
                <a:solidFill>
                  <a:schemeClr val="tx1"/>
                </a:solidFill>
              </a:rPr>
              <a:t> as </a:t>
            </a:r>
            <a:r>
              <a:rPr lang="en-GB" sz="1400" b="0" dirty="0" err="1">
                <a:solidFill>
                  <a:schemeClr val="tx1"/>
                </a:solidFill>
              </a:rPr>
              <a:t>suas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necessidades</a:t>
            </a:r>
            <a:r>
              <a:rPr lang="en-GB" sz="1400" b="0" dirty="0">
                <a:solidFill>
                  <a:schemeClr val="tx1"/>
                </a:solidFill>
              </a:rPr>
              <a:t> e </a:t>
            </a:r>
            <a:r>
              <a:rPr lang="en-GB" sz="1400" b="0" dirty="0" err="1">
                <a:solidFill>
                  <a:schemeClr val="tx1"/>
                </a:solidFill>
              </a:rPr>
              <a:t>entregando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soluções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alinhadas</a:t>
            </a:r>
            <a:r>
              <a:rPr lang="en-GB" sz="1400" b="0" dirty="0">
                <a:solidFill>
                  <a:schemeClr val="tx1"/>
                </a:solidFill>
              </a:rPr>
              <a:t> com </a:t>
            </a:r>
            <a:r>
              <a:rPr lang="en-GB" sz="1400" b="0" dirty="0" err="1">
                <a:solidFill>
                  <a:schemeClr val="tx1"/>
                </a:solidFill>
              </a:rPr>
              <a:t>os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seus</a:t>
            </a:r>
            <a:r>
              <a:rPr lang="en-GB" sz="1400" b="0" dirty="0">
                <a:solidFill>
                  <a:schemeClr val="tx1"/>
                </a:solidFill>
              </a:rPr>
              <a:t> </a:t>
            </a:r>
            <a:r>
              <a:rPr lang="en-GB" sz="1400" b="0" dirty="0" err="1">
                <a:solidFill>
                  <a:schemeClr val="tx1"/>
                </a:solidFill>
              </a:rPr>
              <a:t>objectivos</a:t>
            </a:r>
            <a:r>
              <a:rPr lang="en-GB" sz="1400" b="0" dirty="0">
                <a:solidFill>
                  <a:schemeClr val="tx1"/>
                </a:solidFill>
              </a:rPr>
              <a:t> de </a:t>
            </a:r>
            <a:r>
              <a:rPr lang="en-GB" sz="1400" b="0" dirty="0" err="1">
                <a:solidFill>
                  <a:schemeClr val="tx1"/>
                </a:solidFill>
              </a:rPr>
              <a:t>negócio</a:t>
            </a:r>
            <a:r>
              <a:rPr lang="en-GB" sz="1400" b="0" dirty="0">
                <a:solidFill>
                  <a:schemeClr val="tx1"/>
                </a:solidFill>
              </a:rPr>
              <a:t>.</a:t>
            </a:r>
            <a:endParaRPr lang="pt-BR" sz="1400" b="0" dirty="0">
              <a:solidFill>
                <a:schemeClr val="tx1"/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7F209D-37EA-6B37-990A-CF62151FB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Sobre Nós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5F0F88-3C36-016E-98E3-452DD13DC47E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77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AA496-001C-9D9E-803C-DD24BD0CC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84F934-BE28-D755-E66A-ECB082E664FA}"/>
              </a:ext>
            </a:extLst>
          </p:cNvPr>
          <p:cNvSpPr txBox="1">
            <a:spLocks/>
          </p:cNvSpPr>
          <p:nvPr/>
        </p:nvSpPr>
        <p:spPr>
          <a:xfrm>
            <a:off x="213508" y="2979191"/>
            <a:ext cx="11764984" cy="2271220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171450" lvl="1" indent="-17145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Concepção e Desenvolvimento de Websites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Desenvolvimento de Aplicações para Telemóveis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Automação de Processos 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Cybersecurity as a Service (CaaS), Governance Risk &amp; Compliance, Plano de Continuidade 	de Negócio e Privacidade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Prestação de Serviços para Realização de Testes de Penetração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Implementação de Sistemas ERP de Contabilidade (Primavera)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Plano estratégico de negócio 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Consultoria Financeira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Optimização de Processos Operacionais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Padronização e Excelência de Processos</a:t>
            </a:r>
          </a:p>
          <a:p>
            <a:pPr marL="342900" lvl="1" indent="-342900" algn="just">
              <a:lnSpc>
                <a:spcPts val="1600"/>
              </a:lnSpc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1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Prestação de Serviços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endParaRPr lang="pt-BR" sz="12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endParaRPr lang="pt-BR" sz="12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endParaRPr lang="pt-PT" sz="2000" b="0" dirty="0">
              <a:solidFill>
                <a:srgbClr val="FFC000"/>
              </a:solidFill>
            </a:endParaRPr>
          </a:p>
          <a:p>
            <a:pPr marL="0" lvl="1" algn="just">
              <a:tabLst>
                <a:tab pos="182880" algn="l"/>
              </a:tabLst>
            </a:pPr>
            <a:endParaRPr lang="pt-PT" sz="2000" dirty="0">
              <a:solidFill>
                <a:srgbClr val="FFC000"/>
              </a:solidFill>
            </a:endParaRPr>
          </a:p>
          <a:p>
            <a:pPr marL="0" lvl="1" algn="just">
              <a:tabLst>
                <a:tab pos="182880" algn="l"/>
              </a:tabLst>
            </a:pPr>
            <a:endParaRPr lang="pt-PT" sz="2000" b="0" dirty="0">
              <a:solidFill>
                <a:srgbClr val="FFC000"/>
              </a:solidFill>
              <a:latin typeface="+mn-lt"/>
            </a:endParaRPr>
          </a:p>
          <a:p>
            <a:pPr marL="0" lvl="1" algn="just">
              <a:tabLst>
                <a:tab pos="182880" algn="l"/>
              </a:tabLst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9661D7-D809-C75A-400B-13D29DD9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216570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Nossos serviços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C49149-635F-C07F-5F36-E7F3C85956E2}"/>
              </a:ext>
            </a:extLst>
          </p:cNvPr>
          <p:cNvCxnSpPr>
            <a:cxnSpLocks/>
          </p:cNvCxnSpPr>
          <p:nvPr/>
        </p:nvCxnSpPr>
        <p:spPr>
          <a:xfrm>
            <a:off x="241913" y="61425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25E638A0-7D9D-54F8-82ED-F4300D7E63A4}"/>
              </a:ext>
            </a:extLst>
          </p:cNvPr>
          <p:cNvSpPr txBox="1">
            <a:spLocks/>
          </p:cNvSpPr>
          <p:nvPr/>
        </p:nvSpPr>
        <p:spPr>
          <a:xfrm>
            <a:off x="241913" y="702518"/>
            <a:ext cx="11746046" cy="2040682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lvl="1" algn="just">
              <a:lnSpc>
                <a:spcPts val="1600"/>
              </a:lnSpc>
              <a:tabLst>
                <a:tab pos="182880" algn="l"/>
              </a:tabLst>
            </a:pPr>
            <a:r>
              <a:rPr lang="pt-BR" sz="12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Criamos websites modernos e funcionais, garantindo presença digital, usabilidade e manutenção contínua. Desenvolvemos applicações móveis personalizadas, focadas na experiência do utilizador e integração com sistemas empresariais. Automatizamos tarefas operacionais para aumentar a eficiência, reduzir erros e optimizar recursos. Oferecemos soluções completas de segurança informática, gestão de riscos, conformidade e protecção de dados. Realizamos testes de segurança para identificar vulnerabilidades e fortalecer os sistemas contra ameaças. Implementamos soluções de gestão empresarial para controlo financeiro, contabilidade e operações. Apoiamos na definição de estratégias para crescimento sustentável e tomada de decisão. Prestamos apoio especializado na gestão financeira, planeamento e optimização de custos. Melhoramos processos internos para aumentar produtividade e reduzir desperdícios. Implementamos boas práticas e standards para garantir consistência e qualidade operacional. Disponibilizamos serviços adicionais adaptados às necessidades específicas de cada cliente.</a:t>
            </a:r>
            <a:endParaRPr lang="en-US" sz="12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545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AECC3-BAA6-236E-90B6-83CB168C7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1118309-4404-1A54-2AC6-1814803F90B0}"/>
              </a:ext>
            </a:extLst>
          </p:cNvPr>
          <p:cNvSpPr txBox="1">
            <a:spLocks/>
          </p:cNvSpPr>
          <p:nvPr/>
        </p:nvSpPr>
        <p:spPr>
          <a:xfrm>
            <a:off x="241913" y="908734"/>
            <a:ext cx="11746046" cy="4272866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>
              <a:tabLst>
                <a:tab pos="182880" algn="l"/>
              </a:tabLst>
            </a:pPr>
            <a:r>
              <a:rPr lang="pt-BR" sz="2000" dirty="0">
                <a:solidFill>
                  <a:srgbClr val="FFC000"/>
                </a:solidFill>
              </a:rPr>
              <a:t>Concepção e Desenvolvimento de Websites </a:t>
            </a:r>
            <a:r>
              <a:rPr lang="en-US" sz="2000" b="0" dirty="0">
                <a:solidFill>
                  <a:srgbClr val="FFC000"/>
                </a:solidFill>
                <a:latin typeface="+mn-lt"/>
              </a:rPr>
              <a:t>	</a:t>
            </a:r>
          </a:p>
          <a:p>
            <a:pPr marL="0" lvl="1" algn="just">
              <a:tabLst>
                <a:tab pos="182880" algn="l"/>
              </a:tabLst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Desenvolvemos integralmente seu website, incluindo o design do layout, programação, disponibilização na internet e manutenção continua do mesmo. </a:t>
            </a:r>
          </a:p>
          <a:p>
            <a:pPr marL="0" lvl="1" algn="just">
              <a:tabLst>
                <a:tab pos="182880" algn="l"/>
              </a:tabLst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>
              <a:tabLst>
                <a:tab pos="182880" algn="l"/>
              </a:tabLst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Serviços integrados: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en-US" sz="2000" b="0" dirty="0" err="1">
                <a:latin typeface="+mn-lt"/>
              </a:rPr>
              <a:t>Endereço</a:t>
            </a:r>
            <a:r>
              <a:rPr lang="en-US" sz="2000" b="0" dirty="0">
                <a:latin typeface="+mn-lt"/>
              </a:rPr>
              <a:t> de Internet </a:t>
            </a:r>
            <a:r>
              <a:rPr lang="en-US" sz="2000" b="0" dirty="0" err="1">
                <a:latin typeface="+mn-lt"/>
              </a:rPr>
              <a:t>coorporativo</a:t>
            </a:r>
            <a:r>
              <a:rPr lang="en-US" sz="2000" b="0" dirty="0">
                <a:latin typeface="+mn-lt"/>
              </a:rPr>
              <a:t> e </a:t>
            </a:r>
            <a:r>
              <a:rPr lang="en-US" sz="2000" b="0" dirty="0" err="1">
                <a:latin typeface="+mn-lt"/>
              </a:rPr>
              <a:t>personalizado</a:t>
            </a:r>
            <a:r>
              <a:rPr lang="en-US" sz="2000" b="0" dirty="0">
                <a:latin typeface="+mn-lt"/>
              </a:rPr>
              <a:t>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Gestão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conteudo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carregado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no site.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Email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coorporativo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com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capacidade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10GB. 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Gestão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da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imagem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coorporativa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Instalação e gestão de redes de internet.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  <a:tabLst>
                <a:tab pos="182880" algn="l"/>
              </a:tabLst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Instalação e gestão de redes de computadores.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16087E-5F71-C307-A432-8986A45E5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Desenvolvimentos de TI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3A83B23-150D-A3FC-877B-5D7E0C97D37A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927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B811-B01B-30C7-8408-0C8BC519C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5BA2-BBB0-9361-3E61-6BC3C2A99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Desenvolvimentos de TI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339737-0926-285F-3469-CEE8B7574629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03F8AC68-CA97-B987-2164-4CBA3A2995DB}"/>
              </a:ext>
            </a:extLst>
          </p:cNvPr>
          <p:cNvSpPr txBox="1">
            <a:spLocks/>
          </p:cNvSpPr>
          <p:nvPr/>
        </p:nvSpPr>
        <p:spPr>
          <a:xfrm>
            <a:off x="241912" y="1002892"/>
            <a:ext cx="11746046" cy="5594551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pt-BR" sz="2000" dirty="0">
                <a:solidFill>
                  <a:srgbClr val="FFC000"/>
                </a:solidFill>
              </a:rPr>
              <a:t>Desenvolvimento de Aplicações para Telemóveis</a:t>
            </a:r>
          </a:p>
          <a:p>
            <a:pPr marL="0" lvl="1" algn="just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Concebemos o layout completo da sua aplicação, desde o UI ao UX, codificamo-la com todas as funcionalidades e disponibilizamos na AppleStore e/ou PlayStore.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Transformamos as suas ideias em aplicações com capacidade de serem usadas em telemoveis android e IOS.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pt-BR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Serviços associados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Sistema de agendamento;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Sistema de gestão financeira.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Sistema de gestão clientes e fornecedores.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Sistema de gestão de stock.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Sistema de gestão de vendas.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Gestor de orçamentos e controlo de gastos.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Sistema de gest</a:t>
            </a:r>
            <a:r>
              <a:rPr lang="pt-PT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ão</a:t>
            </a:r>
            <a:r>
              <a:rPr lang="pt-PT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material e custos da obra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just"/>
            <a:r>
              <a:rPr lang="en-US" sz="2000" dirty="0">
                <a:solidFill>
                  <a:srgbClr val="EC6B10"/>
                </a:solidFill>
              </a:rPr>
              <a:t>	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540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3C529-8338-CD0D-F2E1-687EB07C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72148-6322-10D1-FE7C-6919D0027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Desenvolvimentos de TI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9BDA63-A059-1F36-97DC-E1A80D0F7331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679253F1-18E3-9A50-664C-936CACF6E937}"/>
              </a:ext>
            </a:extLst>
          </p:cNvPr>
          <p:cNvSpPr txBox="1">
            <a:spLocks/>
          </p:cNvSpPr>
          <p:nvPr/>
        </p:nvSpPr>
        <p:spPr>
          <a:xfrm>
            <a:off x="241912" y="1002892"/>
            <a:ext cx="11746046" cy="5594551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	</a:t>
            </a:r>
            <a:r>
              <a:rPr lang="en-US" sz="2000" dirty="0" err="1">
                <a:solidFill>
                  <a:srgbClr val="FFC000"/>
                </a:solidFill>
              </a:rPr>
              <a:t>Automação</a:t>
            </a:r>
            <a:r>
              <a:rPr lang="en-US" sz="2000" dirty="0">
                <a:solidFill>
                  <a:srgbClr val="FFC000"/>
                </a:solidFill>
              </a:rPr>
              <a:t> de </a:t>
            </a:r>
            <a:r>
              <a:rPr lang="en-US" sz="2000" dirty="0" err="1">
                <a:solidFill>
                  <a:srgbClr val="FFC000"/>
                </a:solidFill>
              </a:rPr>
              <a:t>Processos</a:t>
            </a:r>
            <a:r>
              <a:rPr lang="en-US" sz="2000" dirty="0">
                <a:solidFill>
                  <a:srgbClr val="FFC000"/>
                </a:solidFill>
              </a:rPr>
              <a:t> </a:t>
            </a:r>
          </a:p>
          <a:p>
            <a:pPr marL="0" lvl="1" algn="just"/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	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Desenvolvemos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implementamos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soluções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automação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processos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empresariais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utilizando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a 	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plataforma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UiPath,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incluindo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análise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dos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processos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desenvolvimento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robôs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(RPA),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integração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com 	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sistemas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existentes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manutenção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contínua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das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automações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  <a:p>
            <a:pPr marL="0" lvl="1" algn="just"/>
            <a:endParaRPr lang="en-US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	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Serviços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integrados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: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Análise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mapeamento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processos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para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automação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Desenvolvimento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robôs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(RPA)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personalizados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com UiPath.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Integração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com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sistemas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empresariais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Automação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tarefas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repetitivas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operacionais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Monitorização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otimização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contínua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dos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processos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automatizados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  <a:p>
            <a:pPr marL="342900" lvl="1" indent="-342900" algn="just">
              <a:buFont typeface="Arial" panose="020B0604020202020204" pitchFamily="34" charset="0"/>
              <a:buChar char="•"/>
            </a:pP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Manutenção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e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suporte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técnico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das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automações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sz="2000" b="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implementadas</a:t>
            </a:r>
            <a:r>
              <a:rPr lang="en-US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just"/>
            <a:r>
              <a:rPr lang="en-US" sz="2000" dirty="0">
                <a:solidFill>
                  <a:srgbClr val="EC6B10"/>
                </a:solidFill>
              </a:rPr>
              <a:t>	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794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C3D5-9C71-CDD9-809B-0889BDA86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A586-A45D-6F9B-2055-21268DCA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Serviços de segurança de TI 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19E4CB9-833C-B295-C030-F5BA6CAD7F46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9A4618A-C874-8D72-0F9D-375986E6D62C}"/>
              </a:ext>
            </a:extLst>
          </p:cNvPr>
          <p:cNvSpPr txBox="1">
            <a:spLocks/>
          </p:cNvSpPr>
          <p:nvPr/>
        </p:nvSpPr>
        <p:spPr>
          <a:xfrm>
            <a:off x="241912" y="863210"/>
            <a:ext cx="11727111" cy="5812891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0" lvl="1" algn="just" defTabSz="182880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	</a:t>
            </a:r>
            <a:r>
              <a:rPr lang="en-US" sz="2000" i="1" dirty="0">
                <a:solidFill>
                  <a:srgbClr val="FFC000"/>
                </a:solidFill>
              </a:rPr>
              <a:t>Cybersecurity as a Service (CaaS), </a:t>
            </a:r>
            <a:r>
              <a:rPr lang="pt-BR" sz="2000" i="1" dirty="0">
                <a:solidFill>
                  <a:srgbClr val="FFC000"/>
                </a:solidFill>
              </a:rPr>
              <a:t>Governance Risk &amp; Compliance</a:t>
            </a:r>
            <a:r>
              <a:rPr lang="pt-BR" sz="2000" dirty="0">
                <a:solidFill>
                  <a:srgbClr val="FFC000"/>
                </a:solidFill>
              </a:rPr>
              <a:t>, Plano de Continuidade 	de Negócio e Privacidade</a:t>
            </a:r>
          </a:p>
          <a:p>
            <a:pPr marL="0" lvl="1" algn="just" defTabSz="182880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	Melhorar a postura de segurança da sua empresa, capacitando a actual equipa de segurança com um 	conjunto de especialistas com vasta experiencia em segurança da informação e segurança 	cibernética, para dar suporte os vários projetos e iniciativas.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 defTabSz="274320"/>
            <a:r>
              <a:rPr lang="pt-BR" sz="2000" dirty="0">
                <a:solidFill>
                  <a:srgbClr val="FFC000"/>
                </a:solidFill>
              </a:rPr>
              <a:t>Prestação de Serviços para Realização de Testes de Penetração</a:t>
            </a:r>
            <a:endParaRPr lang="en-US" sz="2000" dirty="0">
              <a:solidFill>
                <a:srgbClr val="FFC000"/>
              </a:solidFill>
            </a:endParaRPr>
          </a:p>
          <a:p>
            <a:pPr marL="0" lvl="1" algn="just" defTabSz="274320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Realizamos testes de penetração à infra‑estrutura externa e interna, bem como aos serviços expostos ao cliente baseados na Internet, incluindo websites e dispositivos móveis. Estes testes têm como principal objectivo avaliar o nível de segurança dos sistemas, identificar vulnerabilidades existentes e detectar oportunidades de melhoria, contribuindo para o reforço da postura de segurança da organização.</a:t>
            </a:r>
          </a:p>
          <a:p>
            <a:pPr marL="0" lvl="1" algn="just" defTabSz="182880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 defTabSz="182880"/>
            <a:r>
              <a:rPr lang="pt-BR" sz="2000" dirty="0">
                <a:solidFill>
                  <a:srgbClr val="FFC000"/>
                </a:solidFill>
                <a:latin typeface="+mn-lt"/>
              </a:rPr>
              <a:t>Serviços associados</a:t>
            </a:r>
          </a:p>
          <a:p>
            <a:pPr marL="342900" lvl="1" indent="-342900" algn="just" defTabSz="182880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Formação e capacitação dos colaboradores;</a:t>
            </a:r>
          </a:p>
          <a:p>
            <a:pPr marL="342900" lvl="1" indent="-342900" algn="just" defTabSz="182880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Desenvolvimento e implementação do programa de formação e consciencialização.</a:t>
            </a:r>
          </a:p>
          <a:p>
            <a:pPr marL="342900" lvl="1" indent="-342900" algn="just" defTabSz="182880">
              <a:buFont typeface="Arial" panose="020B0604020202020204" pitchFamily="34" charset="0"/>
              <a:buChar char="•"/>
            </a:pP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Realização de testes de segurança, emissão de relatórios e planos de remediação efectivos.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endParaRPr lang="pt-BR" sz="2000" dirty="0">
              <a:solidFill>
                <a:srgbClr val="FFC000"/>
              </a:solidFill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15183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EB3E8-050D-3F3D-FEFE-705742E53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2AFD33-BE2A-76E4-CE91-D600C0F20ADE}"/>
              </a:ext>
            </a:extLst>
          </p:cNvPr>
          <p:cNvSpPr txBox="1">
            <a:spLocks/>
          </p:cNvSpPr>
          <p:nvPr/>
        </p:nvSpPr>
        <p:spPr>
          <a:xfrm>
            <a:off x="241912" y="908733"/>
            <a:ext cx="11746047" cy="5604361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en-US" sz="2000" dirty="0">
                <a:solidFill>
                  <a:srgbClr val="FFC000"/>
                </a:solidFill>
                <a:latin typeface="+mn-lt"/>
              </a:rPr>
              <a:t>	</a:t>
            </a:r>
            <a:r>
              <a:rPr lang="pt-BR" sz="2000" dirty="0">
                <a:solidFill>
                  <a:srgbClr val="FFC000"/>
                </a:solidFill>
              </a:rPr>
              <a:t>Implementação de Sistemas ERP de Contabilidade (Primavera)</a:t>
            </a:r>
          </a:p>
          <a:p>
            <a:pPr marL="0" lvl="1" algn="just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	Instalação e configuração do sistema ERP Primavera, assegurando a adequada integração dos 	processos contabilísticos e financeiros. Parametrização adaptada às necessidades da 	organização, 	promovendo maior controlo, eficiência e conformidade. Suporte na implementação 	e optimização do 	sistema, garantindo uma gestão financeira mais eficaz e informada.</a:t>
            </a:r>
          </a:p>
          <a:p>
            <a:pPr marL="0" lvl="1" algn="just"/>
            <a:r>
              <a:rPr lang="en-US" sz="2000" dirty="0">
                <a:solidFill>
                  <a:srgbClr val="EC6B10"/>
                </a:solidFill>
              </a:rPr>
              <a:t>	</a:t>
            </a:r>
          </a:p>
          <a:p>
            <a:pPr marL="0" lvl="1" algn="just"/>
            <a:r>
              <a:rPr lang="pt-BR" sz="2000" dirty="0">
                <a:solidFill>
                  <a:srgbClr val="FFC000"/>
                </a:solidFill>
              </a:rPr>
              <a:t>	Plano estratégico de negócio </a:t>
            </a:r>
          </a:p>
          <a:p>
            <a:pPr marL="0" lvl="1" algn="just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Elaboração de estratégicos e de negócios, orientados para o crescimento sustentável e a 	competitividade da empresa.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lvl="1" algn="just"/>
            <a:r>
              <a:rPr lang="pt-BR" sz="2000" dirty="0">
                <a:solidFill>
                  <a:srgbClr val="FFC000"/>
                </a:solidFill>
              </a:rPr>
              <a:t>	Consultoria Financeira</a:t>
            </a:r>
          </a:p>
          <a:p>
            <a:pPr marL="0" lvl="1" algn="just"/>
            <a:r>
              <a:rPr lang="en-US" sz="2000" dirty="0">
                <a:solidFill>
                  <a:srgbClr val="FFC000"/>
                </a:solidFill>
              </a:rPr>
              <a:t>	</a:t>
            </a:r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Consultoria financeira assisteda por ferramentas digitais optimizadas que garantem o 	acompanhamento em tempo real dos custos, proveitos, fluxo de caixa, stock e obrigações com o 	estado, complementados por um analista altamente eficiente para fornecer interpretação dos 	indicadore de desempenho da sua empresa.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lvl="1" algn="just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</a:t>
            </a:r>
          </a:p>
          <a:p>
            <a:pPr algn="just"/>
            <a:endParaRPr lang="en-US" sz="2000" dirty="0">
              <a:solidFill>
                <a:srgbClr val="EC6B10"/>
              </a:solidFill>
            </a:endParaRPr>
          </a:p>
          <a:p>
            <a:pPr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CF2220-8324-7A00-EBC7-457705F01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Consultoria Financeira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BA428F-986B-8A11-D56B-602DC0DAE258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47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852AF-1054-0EF6-ED4D-EB6DD2C0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D4C92D-9D13-F672-7D19-E3BCAA766877}"/>
              </a:ext>
            </a:extLst>
          </p:cNvPr>
          <p:cNvSpPr txBox="1">
            <a:spLocks/>
          </p:cNvSpPr>
          <p:nvPr/>
        </p:nvSpPr>
        <p:spPr>
          <a:xfrm>
            <a:off x="241912" y="908733"/>
            <a:ext cx="11746047" cy="5039783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en-US" sz="2000" b="0" dirty="0">
                <a:solidFill>
                  <a:srgbClr val="FFC000"/>
                </a:solidFill>
                <a:latin typeface="+mn-lt"/>
              </a:rPr>
              <a:t>	</a:t>
            </a:r>
            <a:r>
              <a:rPr lang="pt-BR" sz="2000" dirty="0">
                <a:solidFill>
                  <a:srgbClr val="FFC000"/>
                </a:solidFill>
                <a:latin typeface="+mn-lt"/>
              </a:rPr>
              <a:t>Optimização de Processos Operacionais</a:t>
            </a:r>
            <a:endParaRPr lang="en-US" sz="2000" dirty="0">
              <a:solidFill>
                <a:srgbClr val="FFC000"/>
              </a:solidFill>
              <a:latin typeface="+mn-lt"/>
            </a:endParaRPr>
          </a:p>
          <a:p>
            <a:pPr marL="0" lvl="1" algn="just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rPr>
              <a:t>	Monitoria contínua dos processos internos com foco na identificação de ineficiências e oportunidades 	de melhoria. Implementação de medidas que visam aumentar a produtividade, reduzir custos 	operacionais e assegurar maior fluidez nas operações. Abordagem estruturada que contribui para a 	melhoria do desempenho organizacional e para a tomada de decisões mais informadas.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pt-BR" sz="2000" dirty="0">
                <a:solidFill>
                  <a:srgbClr val="FFC000"/>
                </a:solidFill>
              </a:rPr>
              <a:t>	Padronização e Excelência de Processos</a:t>
            </a:r>
            <a:endParaRPr lang="en-US" sz="2000" dirty="0">
              <a:solidFill>
                <a:srgbClr val="FFC000"/>
              </a:solidFill>
            </a:endParaRPr>
          </a:p>
          <a:p>
            <a:pPr marL="0" lvl="1" algn="just"/>
            <a:r>
              <a:rPr lang="pt-BR" sz="2000" b="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	Definição e implementação de processos padronizados, assegurando consistência, eficiência e 	qualidade nas operações. Desenvolvimento de metodologias claras que facilitam a execução das 	actividades e reduzem riscos operacionais. Promoção de melhores práticas que contribuem para o 	alinhamento organizacional e melhoria contínua do desempenho.</a:t>
            </a: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just"/>
            <a:r>
              <a:rPr lang="en-US" sz="2000" dirty="0">
                <a:solidFill>
                  <a:srgbClr val="EC6B10"/>
                </a:solidFill>
              </a:rPr>
              <a:t>	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F13D7-6628-047D-20FE-2491F122A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Consultoria de Gestão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21618D-C0B2-6AFD-5372-1ADF0CDED764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29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4AA04-147E-A26A-73CA-23951F95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501E8CC-68CB-4359-2365-35A8CF07495C}"/>
              </a:ext>
            </a:extLst>
          </p:cNvPr>
          <p:cNvSpPr txBox="1">
            <a:spLocks/>
          </p:cNvSpPr>
          <p:nvPr/>
        </p:nvSpPr>
        <p:spPr>
          <a:xfrm>
            <a:off x="241912" y="908733"/>
            <a:ext cx="11746047" cy="5039783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en-US" sz="2000" b="0" dirty="0">
                <a:solidFill>
                  <a:srgbClr val="FFC000"/>
                </a:solidFill>
                <a:latin typeface="+mn-lt"/>
              </a:rPr>
              <a:t>	1. </a:t>
            </a:r>
            <a:r>
              <a:rPr lang="pt-PT" sz="2000" b="0" dirty="0">
                <a:solidFill>
                  <a:srgbClr val="FFC000"/>
                </a:solidFill>
                <a:latin typeface="+mn-lt"/>
              </a:rPr>
              <a:t>Nossas Marcas</a:t>
            </a:r>
          </a:p>
          <a:p>
            <a:pPr marL="0" lvl="1" algn="just"/>
            <a:r>
              <a:rPr lang="pt-PT" sz="2000" b="0" dirty="0">
                <a:solidFill>
                  <a:srgbClr val="FFC000"/>
                </a:solidFill>
                <a:latin typeface="+mn-lt"/>
              </a:rPr>
              <a:t>	2. Nossos Clientes</a:t>
            </a:r>
          </a:p>
          <a:p>
            <a:pPr marL="0" lvl="1" algn="just"/>
            <a:r>
              <a:rPr lang="pt-PT" sz="2000" b="0" dirty="0">
                <a:solidFill>
                  <a:srgbClr val="FFC000"/>
                </a:solidFill>
                <a:latin typeface="+mn-lt"/>
              </a:rPr>
              <a:t>	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just"/>
            <a:r>
              <a:rPr lang="en-US" sz="2000" dirty="0">
                <a:solidFill>
                  <a:srgbClr val="EC6B10"/>
                </a:solidFill>
              </a:rPr>
              <a:t>	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A927B-A974-5E14-4A72-AB4AC5A07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Em falta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038B4A-3BC6-F0E7-D53E-B36827D92960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343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EC5AA-C027-EAE0-9AFE-888D0B3A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3009D0-967F-F4FA-5D3C-949F0393430E}"/>
              </a:ext>
            </a:extLst>
          </p:cNvPr>
          <p:cNvSpPr txBox="1">
            <a:spLocks/>
          </p:cNvSpPr>
          <p:nvPr/>
        </p:nvSpPr>
        <p:spPr>
          <a:xfrm>
            <a:off x="241912" y="908733"/>
            <a:ext cx="11746047" cy="5039783"/>
          </a:xfrm>
          <a:prstGeom prst="rect">
            <a:avLst/>
          </a:prstGeom>
          <a:ln>
            <a:solidFill>
              <a:srgbClr val="FFC000"/>
            </a:solidFill>
          </a:ln>
        </p:spPr>
        <p:txBody>
          <a:bodyPr vert="horz" lIns="0" tIns="0" rIns="91440" bIns="0" rtlCol="0" anchor="t" anchorCtr="0">
            <a:noAutofit/>
          </a:bodyPr>
          <a:lstStyle>
            <a:lvl1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 kern="1200" spc="-80">
                <a:solidFill>
                  <a:schemeClr val="tx2"/>
                </a:solidFill>
                <a:latin typeface="Arial"/>
                <a:ea typeface="ＭＳ Ｐゴシック" charset="-128"/>
                <a:cs typeface="Arial"/>
              </a:defRPr>
            </a:lvl1pPr>
            <a:lvl2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2pPr>
            <a:lvl3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3pPr>
            <a:lvl4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4pPr>
            <a:lvl5pPr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EC6B10"/>
                </a:solidFill>
                <a:latin typeface="Arial" charset="0"/>
                <a:ea typeface="ＭＳ Ｐゴシック" charset="-128"/>
                <a:cs typeface="Arial" charset="0"/>
              </a:defRPr>
            </a:lvl5pPr>
            <a:lvl6pPr marL="4572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6pPr>
            <a:lvl7pPr marL="9144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7pPr>
            <a:lvl8pPr marL="13716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8pPr>
            <a:lvl9pPr marL="1828800" algn="l" defTabSz="457200" rtl="0" eaLnBrk="1" fontAlgn="base" hangingPunct="1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rgbClr val="EC6B10"/>
                </a:solidFill>
                <a:latin typeface="Arial" charset="0"/>
                <a:ea typeface="ＭＳ Ｐゴシック" charset="0"/>
                <a:cs typeface="Arial" charset="0"/>
              </a:defRPr>
            </a:lvl9pPr>
          </a:lstStyle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r>
              <a:rPr lang="en-US" sz="2000" b="0" dirty="0">
                <a:solidFill>
                  <a:srgbClr val="FFC000"/>
                </a:solidFill>
                <a:latin typeface="+mn-lt"/>
              </a:rPr>
              <a:t>	</a:t>
            </a:r>
            <a:r>
              <a:rPr lang="pt-PT" sz="2000" b="0" dirty="0">
                <a:solidFill>
                  <a:srgbClr val="FFC000"/>
                </a:solidFill>
                <a:latin typeface="+mn-lt"/>
              </a:rPr>
              <a:t>EMAIL: Por criar</a:t>
            </a:r>
          </a:p>
          <a:p>
            <a:pPr marL="0" lvl="1" algn="just"/>
            <a:r>
              <a:rPr lang="pt-PT" sz="2000" b="0" dirty="0">
                <a:solidFill>
                  <a:srgbClr val="FFC000"/>
                </a:solidFill>
                <a:latin typeface="+mn-lt"/>
              </a:rPr>
              <a:t>	Contactos: 845009342 e 846747520</a:t>
            </a:r>
          </a:p>
          <a:p>
            <a:pPr marL="0" lvl="1" algn="just"/>
            <a:r>
              <a:rPr lang="pt-PT" sz="2000" b="0" dirty="0">
                <a:solidFill>
                  <a:srgbClr val="FFC000"/>
                </a:solidFill>
                <a:latin typeface="+mn-lt"/>
              </a:rPr>
              <a:t>	Website: Por criar</a:t>
            </a:r>
          </a:p>
          <a:p>
            <a:pPr marL="0" lvl="1" algn="just"/>
            <a:r>
              <a:rPr lang="pt-PT" sz="2000" b="0" dirty="0">
                <a:solidFill>
                  <a:srgbClr val="FFC000"/>
                </a:solidFill>
                <a:latin typeface="+mn-lt"/>
              </a:rPr>
              <a:t>	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0" lvl="1" algn="just"/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just"/>
            <a:r>
              <a:rPr lang="en-US" sz="2000" dirty="0">
                <a:solidFill>
                  <a:srgbClr val="EC6B10"/>
                </a:solidFill>
              </a:rPr>
              <a:t>	</a:t>
            </a: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000" b="0" dirty="0">
              <a:solidFill>
                <a:schemeClr val="tx2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sz="18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BBB6E5-E210-1B07-E202-332CF2826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12" y="344906"/>
            <a:ext cx="11746047" cy="341242"/>
          </a:xfrm>
          <a:solidFill>
            <a:srgbClr val="FFC000"/>
          </a:solidFill>
        </p:spPr>
        <p:txBody>
          <a:bodyPr>
            <a:normAutofit fontScale="90000"/>
          </a:bodyPr>
          <a:lstStyle/>
          <a:p>
            <a:r>
              <a:rPr lang="pt-PT" sz="2400" b="1" dirty="0">
                <a:solidFill>
                  <a:schemeClr val="bg1"/>
                </a:solidFill>
              </a:rPr>
              <a:t>Inovação que impulsiona resultados.</a:t>
            </a:r>
            <a:endParaRPr lang="en-US" sz="2400" b="1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4C35D3-A6C3-0A08-ADAE-EA8E9E948CFA}"/>
              </a:ext>
            </a:extLst>
          </p:cNvPr>
          <p:cNvCxnSpPr>
            <a:cxnSpLocks/>
          </p:cNvCxnSpPr>
          <p:nvPr/>
        </p:nvCxnSpPr>
        <p:spPr>
          <a:xfrm>
            <a:off x="241913" y="774679"/>
            <a:ext cx="1174604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2185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f03436d-45af-4de9-86d8-2b058049c321}" enabled="0" method="" siteId="{2f03436d-45af-4de9-86d8-2b058049c3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6190</TotalTime>
  <Words>1213</Words>
  <Application>Microsoft Office PowerPoint</Application>
  <PresentationFormat>Widescreen</PresentationFormat>
  <Paragraphs>183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Capa</vt:lpstr>
      <vt:lpstr>Sobre Nós</vt:lpstr>
      <vt:lpstr>Nossos serviços</vt:lpstr>
      <vt:lpstr>Desenvolvimentos de TI</vt:lpstr>
      <vt:lpstr>Desenvolvimentos de TI</vt:lpstr>
      <vt:lpstr>Desenvolvimentos de TI</vt:lpstr>
      <vt:lpstr>Serviços de segurança de TI </vt:lpstr>
      <vt:lpstr>Consultoria Financeira</vt:lpstr>
      <vt:lpstr>Consultoria de Gestão</vt:lpstr>
      <vt:lpstr>Em falta</vt:lpstr>
      <vt:lpstr>Inovação que impulsiona resultados.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Amilcar Momed</dc:creator>
  <cp:lastModifiedBy>Patricio Massinga</cp:lastModifiedBy>
  <cp:revision>7</cp:revision>
  <dcterms:created xsi:type="dcterms:W3CDTF">2026-04-22T12:07:16Z</dcterms:created>
  <dcterms:modified xsi:type="dcterms:W3CDTF">2026-06-14T17:46:29Z</dcterms:modified>
</cp:coreProperties>
</file>